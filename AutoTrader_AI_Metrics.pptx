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828800"/>
            <a:ext cx="1371600" cy="13716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/>
              <a:t>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AutoTrader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9CA3AF"/>
                </a:solidFill>
              </a:rPr>
              <a:t>Enterprise AI Trading Platform -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563EB"/>
                </a:solidFill>
              </a:rPr>
              <a:t>Full-Stack • Microservices • Real-Time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3B82F6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6366F1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Platform Metrics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228600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</a:rPr>
              <a:t>32,025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Lines of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097280"/>
            <a:ext cx="228600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</a:rPr>
              <a:t>126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Source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097280"/>
            <a:ext cx="228600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1280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Docker Containers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097280"/>
            <a:ext cx="228600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280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4F46E5"/>
                </a:solidFill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Microservices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1097280"/>
            <a:ext cx="1371600" cy="10972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12801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1737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Languages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77440"/>
            <a:ext cx="182880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8B5CF6"/>
                </a:solidFill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DB Tables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377440"/>
            <a:ext cx="182880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C4899"/>
                </a:solidFill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Data Connectors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2377440"/>
            <a:ext cx="182880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14B8A6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Brokerages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377440"/>
            <a:ext cx="182880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B923C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LLM Providers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377440"/>
            <a:ext cx="182880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2560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2C55E"/>
                </a:solidFill>
              </a:rPr>
              <a:t>440+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Functions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0" y="2377440"/>
            <a:ext cx="118872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0" y="256032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6366F1"/>
                </a:solidFill>
              </a:rPr>
              <a:t>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30175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</a:rPr>
              <a:t>APIs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📊 Code Distribution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931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45920" y="3931920"/>
            <a:ext cx="3657600" cy="2286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645920" y="3931920"/>
            <a:ext cx="3596640" cy="2286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94960" y="3931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59%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251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45920" y="4251960"/>
            <a:ext cx="3657600" cy="2286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45920" y="4251960"/>
            <a:ext cx="1584960" cy="228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0" y="42519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26%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5720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JavaScript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4572000"/>
            <a:ext cx="3657600" cy="2286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645920" y="4572000"/>
            <a:ext cx="426720" cy="2286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0" y="45720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892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Java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645920" y="4892040"/>
            <a:ext cx="3657600" cy="2286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645920" y="4892040"/>
            <a:ext cx="182880" cy="2286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94960" y="4892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2120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920" y="5212080"/>
            <a:ext cx="3657600" cy="2286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645920" y="5212080"/>
            <a:ext cx="24384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0" y="5212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</a:rPr>
              <a:t>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🛠️ Technology Stack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39319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</a:rPr>
              <a:t>Frontend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79" y="3931920"/>
            <a:ext cx="1005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49639" y="3931920"/>
            <a:ext cx="1005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Vite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01199" y="3931920"/>
            <a:ext cx="1005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TailwindCSS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52759" y="3931920"/>
            <a:ext cx="100584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2793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</a:rPr>
              <a:t>Backend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79" y="4279392"/>
            <a:ext cx="100584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49639" y="4279392"/>
            <a:ext cx="100584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Express.js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199" y="4279392"/>
            <a:ext cx="1005840" cy="25603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62686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</a:rPr>
              <a:t>ML/AI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98079" y="4626864"/>
            <a:ext cx="100584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PyTorch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49639" y="4626864"/>
            <a:ext cx="100584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Transformers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199" y="4626864"/>
            <a:ext cx="1005840" cy="25603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497433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</a:rPr>
              <a:t>Data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498079" y="4974336"/>
            <a:ext cx="10058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49639" y="4974336"/>
            <a:ext cx="10058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ClickHouse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01199" y="4974336"/>
            <a:ext cx="10058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652759" y="4974336"/>
            <a:ext cx="10058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532180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</a:rPr>
              <a:t>Infra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79" y="5321808"/>
            <a:ext cx="1005840" cy="256032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49639" y="5321808"/>
            <a:ext cx="1005840" cy="256032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01199" y="5321808"/>
            <a:ext cx="1005840" cy="256032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OAuth 2.0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</a:rPr>
              <a:t>🏗️ Microservices Architecture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Web App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7452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API Gateway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9184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Auth Service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70916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Recommendation Engine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2648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Connector Health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54380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Sentiment Analysis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6112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Trade Execution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378440" y="5943600"/>
            <a:ext cx="1371600" cy="54864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</a:rPr>
              <a:t>Config Service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5577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🔌 22+ External Integrations</a:t>
            </a:r>
          </a:p>
          <a:p>
            <a:r>
              <a:rPr sz="900">
                <a:solidFill>
                  <a:srgbClr val="9CA3AF"/>
                </a:solidFill>
              </a:rPr>
              <a:t>Market Data • News • Social
Brokerages • LLM Providers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0972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822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051560"/>
            <a:ext cx="1645920" cy="64008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React Web App
(Vite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822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051560"/>
            <a:ext cx="1463040" cy="64008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API Gateway
(Express.js)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051560"/>
            <a:ext cx="1280160" cy="64008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Auth Service
(Spring Boot)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8229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EXTERNAL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051560"/>
            <a:ext cx="1188720" cy="64008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Google
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ML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86000"/>
            <a:ext cx="182880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Recommendation
Engine (FastAPI)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2286000"/>
            <a:ext cx="164592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Sentiment
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286000"/>
            <a:ext cx="164592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Technical
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286000"/>
            <a:ext cx="164592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News
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2286000"/>
            <a:ext cx="155448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Connector
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286000"/>
            <a:ext cx="1554480" cy="731520"/>
          </a:xfrm>
          <a:prstGeom prst="roundRect">
            <a:avLst/>
          </a:prstGeom>
          <a:solidFill>
            <a:srgbClr val="1F2937"/>
          </a:solidFill>
          <a:ln w="254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Config
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291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1645920" cy="822960"/>
          </a:xfrm>
          <a:prstGeom prst="round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🐘 PostgreSQL
(23 Tables)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66160"/>
            <a:ext cx="1645920" cy="82296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11827"/>
                </a:solidFill>
              </a:rPr>
              <a:t>⚡ ClickHouse
(Time-Series)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566160"/>
            <a:ext cx="137160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🔴 Redis
(Cache)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3566160"/>
            <a:ext cx="1645920" cy="8229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📨 Kafka
(Events)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3566160"/>
            <a:ext cx="1371600" cy="82296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FFE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EC42"/>
                </a:solidFill>
              </a:rPr>
              <a:t>🔐 Vault
(Secrets)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663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EXTERNAL DATA (16 Connectors)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09728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Alpha Vantage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00200" y="4937760"/>
            <a:ext cx="109728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Polygon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937760"/>
            <a:ext cx="109728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Yahoo Finance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937760"/>
            <a:ext cx="1097280" cy="4572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NewsAPI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937760"/>
            <a:ext cx="109728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Reddit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937760"/>
            <a:ext cx="109728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SEC Edgar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937760"/>
            <a:ext cx="10972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Finnhub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58200" y="4937760"/>
            <a:ext cx="1097280" cy="4572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More...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577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BROKERAGE INTEGRATIONS (6)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Robinhood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00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Fidelity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Schwab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E*TRADE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TD Ameritrade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852160"/>
            <a:ext cx="1097280" cy="457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Vanguard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5778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LLM PROVIDERS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5852160"/>
            <a:ext cx="1188720" cy="45720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OpenAI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5852160"/>
            <a:ext cx="1188720" cy="457200"/>
          </a:xfrm>
          <a:prstGeom prst="roundRect">
            <a:avLst/>
          </a:prstGeom>
          <a:solidFill>
            <a:srgbClr val="CC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Anthropic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234440" y="132588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3337560" y="1325880"/>
            <a:ext cx="45720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5349240" y="1325880"/>
            <a:ext cx="27432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6995160" y="1325880"/>
            <a:ext cx="27432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4663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9CA3AF"/>
                </a:solidFill>
              </a:rPr>
              <a:t>→ Request Flow
</a:t>
            </a:r>
          </a:p>
          <a:p>
            <a:r>
              <a:rPr sz="800">
                <a:solidFill>
                  <a:srgbClr val="9CA3AF"/>
                </a:solidFill>
              </a:rPr>
              <a:t>All services containerized
with Docker Compose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